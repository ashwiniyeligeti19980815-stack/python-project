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189" indent="0" algn="ctr">
              <a:buNone/>
              <a:defRPr sz="28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4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3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50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7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3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8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4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75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1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1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2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63" indent="-342891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26" indent="-548626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39" indent="-822939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53" indent="-1097253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199970" indent="-228594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399965" indent="-228594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599960" indent="-228594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799955" indent="-228594" algn="l" defTabSz="914377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537C-F792-78D6-43A7-769BDAE69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1261056"/>
          </a:xfrm>
        </p:spPr>
        <p:txBody>
          <a:bodyPr>
            <a:normAutofit/>
          </a:bodyPr>
          <a:lstStyle/>
          <a:p>
            <a:r>
              <a:rPr lang="en-US" sz="4400" dirty="0"/>
              <a:t>Development of a Scientific Calculator using Python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78A87-754B-E888-B303-F48BDFFD1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1" y="3106995"/>
            <a:ext cx="8767860" cy="2150805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modern approach with </a:t>
            </a: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Tkinter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Scientific Logic, and History Tracking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Ashwini </a:t>
            </a: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Yeligeti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31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B394-B4E6-1B49-AD03-ED4F0FA4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3791-92FE-441A-5B47-A4D85969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9" indent="0">
              <a:buNone/>
            </a:pPr>
            <a:r>
              <a:rPr lang="en-US" dirty="0"/>
              <a:t>To build a functional desktop calculator that handles both basic arithmetic and scientific operations.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Clean </a:t>
            </a:r>
            <a:r>
              <a:rPr lang="en-US" b="1" dirty="0"/>
              <a:t>Blue &amp; Grey</a:t>
            </a:r>
            <a:r>
              <a:rPr lang="en-US" dirty="0"/>
              <a:t> professional UI.</a:t>
            </a:r>
          </a:p>
          <a:p>
            <a:r>
              <a:rPr lang="en-US" b="1" dirty="0"/>
              <a:t>Scientific functions</a:t>
            </a:r>
            <a:r>
              <a:rPr lang="en-US" dirty="0"/>
              <a:t> (Sin, Cos, Tan).</a:t>
            </a:r>
          </a:p>
          <a:p>
            <a:r>
              <a:rPr lang="en-US" b="1" dirty="0"/>
              <a:t>Keyboard Binding</a:t>
            </a:r>
            <a:r>
              <a:rPr lang="en-US" dirty="0"/>
              <a:t> for faster input.</a:t>
            </a:r>
          </a:p>
          <a:p>
            <a:r>
              <a:rPr lang="en-US" b="1" dirty="0"/>
              <a:t>Independent History Log</a:t>
            </a:r>
            <a:r>
              <a:rPr lang="en-US" dirty="0"/>
              <a:t> window.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89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A8A7-0368-1329-B22F-85C8F364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83ED4-5BB3-A9FE-10C6-12F5452F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Language:</a:t>
            </a:r>
            <a:r>
              <a:rPr lang="en-IN" dirty="0"/>
              <a:t> Python 3.x</a:t>
            </a:r>
          </a:p>
          <a:p>
            <a:r>
              <a:rPr lang="en-IN" b="1" dirty="0"/>
              <a:t>GUI Library:</a:t>
            </a:r>
            <a:r>
              <a:rPr lang="en-IN" dirty="0"/>
              <a:t> </a:t>
            </a:r>
            <a:r>
              <a:rPr lang="en-IN" dirty="0" err="1"/>
              <a:t>Tkinter</a:t>
            </a:r>
            <a:endParaRPr lang="en-IN" dirty="0"/>
          </a:p>
          <a:p>
            <a:r>
              <a:rPr lang="en-IN" b="1" dirty="0"/>
              <a:t>Mathematical Engine:</a:t>
            </a:r>
            <a:r>
              <a:rPr lang="en-IN" dirty="0"/>
              <a:t> math module </a:t>
            </a:r>
          </a:p>
          <a:p>
            <a:r>
              <a:rPr lang="en-US" b="1" dirty="0"/>
              <a:t>Event Handling:</a:t>
            </a:r>
            <a:r>
              <a:rPr lang="en-US" dirty="0"/>
              <a:t> Key binding for physical keyboard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62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870D-5FAB-A654-260E-27BDDC9F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(UI)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F127-E91E-225C-B598-AC2F7554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Color</a:t>
            </a:r>
            <a:r>
              <a:rPr lang="en-IN" dirty="0"/>
              <a:t> Palette: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Midnight Blue (#1e272e):</a:t>
            </a:r>
            <a:r>
              <a:rPr lang="en-US" dirty="0"/>
              <a:t> Background for a modern "Dark Mode" feel.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Steel Grey (#7f8c8d):</a:t>
            </a:r>
            <a:r>
              <a:rPr lang="en-US" dirty="0"/>
              <a:t> Used for numeric keys to differentiate from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Ocean Blue (#2980b9):</a:t>
            </a:r>
            <a:r>
              <a:rPr lang="en-US" dirty="0"/>
              <a:t> Highlight color for scientific and history buttons.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Layout:</a:t>
            </a:r>
            <a:r>
              <a:rPr lang="en-US" dirty="0"/>
              <a:t> Uses the .grid() manager to maintain a responsive and symmetrical button alignment.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78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8BDD-E0D6-3A9D-67E9-9F10C59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0BCC9-E1AC-7238-B937-CAB56384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Scientific Logic:</a:t>
            </a:r>
            <a:r>
              <a:rPr lang="en-US" dirty="0"/>
              <a:t> Uses </a:t>
            </a:r>
            <a:r>
              <a:rPr lang="en-US" dirty="0" err="1"/>
              <a:t>math.radians</a:t>
            </a:r>
            <a:r>
              <a:rPr lang="en-US" dirty="0"/>
              <a:t>() to convert degree input, ensuring the sin/cos/tan results are what users expect.</a:t>
            </a:r>
          </a:p>
          <a:p>
            <a:r>
              <a:rPr lang="en-US" b="1" dirty="0"/>
              <a:t>History Management:</a:t>
            </a:r>
            <a:r>
              <a:rPr lang="en-US" dirty="0"/>
              <a:t> A dedicated list (</a:t>
            </a:r>
            <a:r>
              <a:rPr lang="en-US" dirty="0" err="1"/>
              <a:t>self.history_data</a:t>
            </a:r>
            <a:r>
              <a:rPr lang="en-US" dirty="0"/>
              <a:t>) captures every successful calculation.</a:t>
            </a:r>
          </a:p>
          <a:p>
            <a:r>
              <a:rPr lang="en-US" b="1" dirty="0"/>
              <a:t>Dynamic Pop-up:</a:t>
            </a:r>
            <a:r>
              <a:rPr lang="en-US" dirty="0"/>
              <a:t> The history is not just a label; it’s a secondary </a:t>
            </a:r>
            <a:r>
              <a:rPr lang="en-US" dirty="0" err="1"/>
              <a:t>Toplevel</a:t>
            </a:r>
            <a:r>
              <a:rPr lang="en-US" dirty="0"/>
              <a:t> window that can stay open while the user continues to work.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68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C735-8F7C-6945-6DA2-255CDEB8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15EA-E0C3-71A8-A112-85372D1CF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Class-Based Structure:</a:t>
            </a:r>
            <a:r>
              <a:rPr lang="en-US" dirty="0"/>
              <a:t> Everything is wrapped in a class for better memory management and organization.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Handling:</a:t>
            </a:r>
            <a:r>
              <a:rPr lang="en-US" dirty="0"/>
              <a:t> * </a:t>
            </a:r>
            <a:r>
              <a:rPr lang="en-US" dirty="0" err="1"/>
              <a:t>on_click</a:t>
            </a:r>
            <a:r>
              <a:rPr lang="en-US" dirty="0"/>
              <a:t>: Handles mouse clicks.</a:t>
            </a:r>
          </a:p>
          <a:p>
            <a:pPr marL="514338" indent="-514338">
              <a:buFont typeface="+mj-lt"/>
              <a:buAutoNum type="romanLcPeriod"/>
            </a:pPr>
            <a:r>
              <a:rPr lang="en-US" dirty="0" err="1"/>
              <a:t>key_input</a:t>
            </a:r>
            <a:r>
              <a:rPr lang="en-US" dirty="0"/>
              <a:t>: Listens for physical keyboard strokes.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 Handling:</a:t>
            </a:r>
            <a:r>
              <a:rPr lang="en-US" dirty="0"/>
              <a:t> Uses try-except blocks to prevent the app from crashing if a user enters invalid math (like dividing by zero).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81455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16</TotalTime>
  <Words>300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 Light</vt:lpstr>
      <vt:lpstr>Cambria</vt:lpstr>
      <vt:lpstr>Metropolitan</vt:lpstr>
      <vt:lpstr>Development of a Scientific Calculator using Python</vt:lpstr>
      <vt:lpstr>Objective</vt:lpstr>
      <vt:lpstr>Technology Stack</vt:lpstr>
      <vt:lpstr>User Interface (UI) Design</vt:lpstr>
      <vt:lpstr>Key Functionalities</vt:lpstr>
      <vt:lpstr>Code 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ashwiniyeligeti20@outlook.com</dc:creator>
  <cp:lastModifiedBy>ashwiniyeligeti20@outlook.com</cp:lastModifiedBy>
  <cp:revision>1</cp:revision>
  <dcterms:created xsi:type="dcterms:W3CDTF">2026-04-22T16:00:52Z</dcterms:created>
  <dcterms:modified xsi:type="dcterms:W3CDTF">2026-04-22T16:17:35Z</dcterms:modified>
</cp:coreProperties>
</file>